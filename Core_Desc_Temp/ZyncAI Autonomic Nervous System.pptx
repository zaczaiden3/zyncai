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5414-14e2-8886-8000-0000527eb27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543e-3922-845c-8000-000059f8db8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5423-0882-8232-8000-0000c0d6963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5423-c282-8b24-8000-00004396697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5427-f6a2-80be-8000-0000f6b61e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5424-a712-81e4-8000-000072ca4e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544f-b492-8e9b-8000-000031d92d7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5451-0072-8df4-8000-0000ecb0400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545e-1872-8eb9-8000-0000151862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5456-63d2-8fbb-8000-00008b68566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ZyncAI Autonomic Nervous System</dc:title>
  <dc:subject>ZyncAI Autonomic Nervous System</dc:subject>
  <dc:creator>Kimi</dc:creator>
  <cp:lastModifiedBy>Kimi</cp:lastModifiedBy>
  <cp:revision>1</cp:revision>
  <dcterms:created xsi:type="dcterms:W3CDTF">2025-11-30T15:14:26Z</dcterms:created>
  <dcterms:modified xsi:type="dcterms:W3CDTF">2025-11-30T15:14:26Z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{"Label":"ZyncAI Autonomic Nervous System","ContentProducer":"001191110108MACG2KBH8F10000","ProduceID":"d4m5k9vhq49gqo0ivit0","ReservedCode1":"","ContentPropagator":"001191110108MACG2KBH8F20000","PropagateID":"d4m5k9vhq49gqo0ivit0","ReservedCode2":""}</vt:lpwstr>
  </property>
</Properties>
</file>